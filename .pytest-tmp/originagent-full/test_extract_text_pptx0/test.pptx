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First Slide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First Slide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0000" y="1000000"/>
            <a:ext cx="1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point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