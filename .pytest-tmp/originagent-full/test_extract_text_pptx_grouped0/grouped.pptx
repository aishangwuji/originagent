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pSp>
        <p:nvGrpSpPr>
          <p:cNvPr id="3" name="Group 2"/>
          <p:cNvGrpSpPr/>
          <p:nvPr/>
        </p:nvGrpSpPr>
        <p:grpSpPr>
          <a:xfrm>
            <a:off x="914400" y="914400"/>
            <a:ext cx="2743200" cy="914400"/>
            <a:chOff x="914400" y="914400"/>
            <a:chExt cx="27432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9144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Inside group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