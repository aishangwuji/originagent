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9144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Header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Bob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